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87" r:id="rId12"/>
    <p:sldId id="270" r:id="rId13"/>
    <p:sldId id="271" r:id="rId14"/>
    <p:sldId id="272" r:id="rId15"/>
    <p:sldId id="273" r:id="rId16"/>
    <p:sldId id="274" r:id="rId17"/>
    <p:sldId id="285" r:id="rId18"/>
    <p:sldId id="275" r:id="rId19"/>
    <p:sldId id="276" r:id="rId20"/>
    <p:sldId id="277" r:id="rId21"/>
    <p:sldId id="279" r:id="rId22"/>
    <p:sldId id="286" r:id="rId23"/>
    <p:sldId id="280" r:id="rId24"/>
    <p:sldId id="281" r:id="rId25"/>
    <p:sldId id="282" r:id="rId26"/>
    <p:sldId id="265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87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AI-Enhanced Development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1F8"/>
                </a:solidFill>
              </a:rPr>
              <a:t>Using AI to Make Software Development Faster &amp; Easier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Will We Learn Today?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1️⃣ What is Software Development (the traditional way)?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2️⃣ What is AI and how can it help?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3️⃣ How AI speeds up building software (Prototyping)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4️⃣ How AI creates documentation automatically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5️⃣ Real examples of AI helping developers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6️⃣ Things to be careful about when using AI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is Software Development?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Think of building software like building a house: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🏠 PLAN — What do we want the house to look like?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🏗️ DESIGN — Draw the blueprint and layout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🔨 BUILD — Construct the house with materials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🔍 CHECK — Make sure everything works correctly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✅ FINISH — Hand over the house to the owner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8046720" cy="640080"/>
          </a:xfrm>
          <a:prstGeom prst="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Software development works the same way! We plan, design, build, test, and release software. Each step takes time and requires skilled people.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The Traditional Way (Step by Step)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5943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STEP 1: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Team talks about what software to build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35"/>
                </a:solidFill>
              </a:rPr>
              <a:t>2-3 weeks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8046720" cy="5943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96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STEP 2: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40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Gather detailed requirements (what do users need?)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35"/>
                </a:solidFill>
              </a:rPr>
              <a:t>2-3 weeks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8046720" cy="5943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980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STEP 3: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Create diagrams and plans (like blueprints)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8712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35"/>
                </a:solidFill>
              </a:rPr>
              <a:t>2-3 weeks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8046720" cy="5943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564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STEP 4: Coding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Developers write the actual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5295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35"/>
                </a:solidFill>
              </a:rPr>
              <a:t>4-8 weeks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8046720" cy="5943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STEP 5: Testing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Quality team checks if it works correctly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187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35"/>
                </a:solidFill>
              </a:rPr>
              <a:t>2-4 weeks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Problems with the Traditional 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56692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90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TAKES TOO LONG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Entire process can take 3-6 months (or more!)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046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122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VERY EXPENSIVE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112264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Long timelines mean high costs for salaries and resources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8046720" cy="56692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34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 BORING PAPERWORK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734056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Writing documentation is tedious and nobody likes 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8046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55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MISTAKES EVERYWHERE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355848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Code quality varies depending on who writes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8046720" cy="56692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DOCS GET OUTDATED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97764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When code changes, documentation is forgotten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is Artificial Intelligence (AI)?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517904"/>
          </a:xfrm>
          <a:prstGeom prst="rect">
            <a:avLst/>
          </a:prstGeom>
          <a:solidFill>
            <a:srgbClr val="E8F1F8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14009"/>
            <a:ext cx="7498080" cy="1328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is a computer program that can: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Learn from examples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Understand language and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Recognize patterns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Make decisions and suggestions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Perform tasks that usually need humans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8046720" cy="2103120"/>
          </a:xfrm>
          <a:prstGeom prst="rect">
            <a:avLst/>
          </a:prstGeom>
          <a:solidFill>
            <a:srgbClr val="F59E0B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Real-World Example: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Just like you learned to write by practicing, AI learns by reading millions of books, code, and documents. After learning, it can: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Write code like a programmer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Explain code like a teacher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Suggest improvements like a mentor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Write documentation like a technical writer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is an LLM? (Large Language Model)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LLM = Large Language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2C"/>
                </a:solidFill>
              </a:rPr>
              <a:t>LARGE = Trained on BILLIONS of lines of text and code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202C"/>
                </a:solidFill>
              </a:rPr>
              <a:t>LANGUAGE = Understands and generates human language (and code!)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202C"/>
                </a:solidFill>
              </a:rPr>
              <a:t>MODEL = A mathematical pattern that mimics how humans think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Popular LLMs for Coding: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✓ ChatGPT/GPT-4 (by OpenAI) — Great for writing and explaining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✓ Claude (by Anthropic) — Excellent at understanding complex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✓ GitHub Copilot — Built into your code editor, suggests code as you 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✓ Google Gemini — Good at solving coding problems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✓ Code Llama — Specialized just for writing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How Can AI Help in Software Development?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594360"/>
          </a:xfrm>
          <a:prstGeom prst="roundRect">
            <a:avLst/>
          </a:prstGeom>
          <a:solidFill>
            <a:srgbClr val="E8F1F8"/>
          </a:solidFill>
          <a:ln w="19050">
            <a:solidFill>
              <a:srgbClr val="2D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90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1. WRITES CODE FOR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490472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can write code automatically based on your instructions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8046720" cy="594360"/>
          </a:xfrm>
          <a:prstGeom prst="roundRect">
            <a:avLst/>
          </a:prstGeom>
          <a:solidFill>
            <a:srgbClr val="E8F1F8"/>
          </a:solidFill>
          <a:ln w="1905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2. FINDS MISTAKES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148840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catches bugs and security problems before users see them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8046720" cy="594360"/>
          </a:xfrm>
          <a:prstGeom prst="roundRect">
            <a:avLst/>
          </a:prstGeom>
          <a:solidFill>
            <a:srgbClr val="E8F1F8"/>
          </a:solidFill>
          <a:ln w="19050">
            <a:solidFill>
              <a:srgbClr val="2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07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3. EXPLAINS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807208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explains what code does in simple language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8046720" cy="594360"/>
          </a:xfrm>
          <a:prstGeom prst="roundRect">
            <a:avLst/>
          </a:prstGeom>
          <a:solidFill>
            <a:srgbClr val="E8F1F8"/>
          </a:solidFill>
          <a:ln w="19050">
            <a:solidFill>
              <a:srgbClr val="2D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655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4. CREATES DOCUMENTATION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3465576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writes manuals and guides automatically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8046720" cy="594360"/>
          </a:xfrm>
          <a:prstGeom prst="roundRect">
            <a:avLst/>
          </a:prstGeom>
          <a:solidFill>
            <a:srgbClr val="E8F1F8"/>
          </a:solidFill>
          <a:ln w="19050">
            <a:solidFill>
              <a:srgbClr val="2D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23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5. SUGGESTS IMPROVEMENTS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4123944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recommends how to make code faster and cleaner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Where Can We Use AI in Development?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53035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Planning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helps estimate time and identify risks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reads requirements and creates summaries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53035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69748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suggests architecture and design patterns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918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29184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writes code, auto-completes, suggests improvements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046720" cy="53035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Testing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388620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creates test cases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How Much Faster is AI?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Traditional (Without AI) vs With AI: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2560320"/>
          </a:xfrm>
          <a:prstGeom prst="roundRect">
            <a:avLst/>
          </a:prstGeom>
          <a:solidFill>
            <a:srgbClr val="E8F1F8"/>
          </a:solidFill>
          <a:ln w="25400">
            <a:solidFill>
              <a:srgbClr val="D14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495C"/>
                </a:solidFill>
              </a:rPr>
              <a:t>WITHOUT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Coding: 6 weeks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Writing docs: 2 weeks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Testing: 3 weeks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Reviews: 1 week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Fixes: 1 week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TOTAL: 13 WEEKS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560320"/>
          </a:xfrm>
          <a:prstGeom prst="roundRect">
            <a:avLst/>
          </a:prstGeom>
          <a:solidFill>
            <a:srgbClr val="E8F1F8"/>
          </a:solidFill>
          <a:ln w="25400">
            <a:solidFill>
              <a:srgbClr val="2D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A3E"/>
                </a:solidFill>
              </a:rPr>
              <a:t>WITH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Coding: 3 weeks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Writing docs: 3 days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Testing: 1 week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Reviews: 2 days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Fixes: 3 days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TOTAL: 5 WEEKS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F59E0B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26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 With AI, projects finish 60% faster! That's 8 weeks saved per project!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12A88C-8E43-91D2-5200-330E8FB6C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47908"/>
              </p:ext>
            </p:extLst>
          </p:nvPr>
        </p:nvGraphicFramePr>
        <p:xfrm>
          <a:off x="1374564" y="1111348"/>
          <a:ext cx="6394872" cy="3672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9227">
                  <a:extLst>
                    <a:ext uri="{9D8B030D-6E8A-4147-A177-3AD203B41FA5}">
                      <a16:colId xmlns:a16="http://schemas.microsoft.com/office/drawing/2014/main" val="1244044883"/>
                    </a:ext>
                  </a:extLst>
                </a:gridCol>
                <a:gridCol w="4695645">
                  <a:extLst>
                    <a:ext uri="{9D8B030D-6E8A-4147-A177-3AD203B41FA5}">
                      <a16:colId xmlns:a16="http://schemas.microsoft.com/office/drawing/2014/main" val="1513070564"/>
                    </a:ext>
                  </a:extLst>
                </a:gridCol>
              </a:tblGrid>
              <a:tr h="31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SDLC Phase</a:t>
                      </a:r>
                      <a:endParaRPr lang="en-IN" sz="1500" dirty="0"/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Popular AI Tools</a:t>
                      </a:r>
                      <a:endParaRPr lang="en-IN" sz="1500"/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4046136696"/>
                  </a:ext>
                </a:extLst>
              </a:tr>
              <a:tr h="31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Planning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Jira AI, Azure DevOps AI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616520919"/>
                  </a:ext>
                </a:extLst>
              </a:tr>
              <a:tr h="31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Requirements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ChatGPT, IBM Watson, Azure AI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3352780257"/>
                  </a:ext>
                </a:extLst>
              </a:tr>
              <a:tr h="5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Design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Mermaid AI, Lucidchart AI, UML generators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294493379"/>
                  </a:ext>
                </a:extLst>
              </a:tr>
              <a:tr h="5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Coding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GitHub Copilot, ChatGPT, Amazon CodeWhisperer, Tabnine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4048017110"/>
                  </a:ext>
                </a:extLst>
              </a:tr>
              <a:tr h="5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Testing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Testim, Mabl, Applitools, Diffblue Cover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3285295165"/>
                  </a:ext>
                </a:extLst>
              </a:tr>
              <a:tr h="5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Deployment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GitHub Actions AI, Harness AI, Dynatrace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2492057505"/>
                  </a:ext>
                </a:extLst>
              </a:tr>
              <a:tr h="5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Maintenance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Splunk AI, New Relic AI, Datadog AI, Sentry AI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9436682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5BCEA6-F293-D308-AC07-81D62BEE6045}"/>
              </a:ext>
            </a:extLst>
          </p:cNvPr>
          <p:cNvSpPr txBox="1"/>
          <p:nvPr/>
        </p:nvSpPr>
        <p:spPr>
          <a:xfrm>
            <a:off x="407962" y="313772"/>
            <a:ext cx="66188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E5090"/>
                </a:solidFill>
              </a:rPr>
              <a:t>Examples of AI Tools Used in SDLC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29F3387-43C9-8D72-CF97-EC62B29C8334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</p:spTree>
    <p:extLst>
      <p:ext uri="{BB962C8B-B14F-4D97-AF65-F5344CB8AC3E}">
        <p14:creationId xmlns:p14="http://schemas.microsoft.com/office/powerpoint/2010/main" val="365701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is Rapid Prototyping?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solidFill>
            <a:srgbClr val="E8F1F8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Prototyping = Building a quick version to test if your idea works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Rapid = Doing it very fast (instead of months, do it in days/hours!)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How AI Makes Prototyping Rapid: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1️⃣ You describe what you want in plain English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2️⃣ AI writes the code automatically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3️⃣ You review the code (takes minutes)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4️⃣ AI fixes anything you don't like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5️⃣ You have a working version in hours!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Real Example: Building a Login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3200400"/>
          </a:xfrm>
          <a:prstGeom prst="roundRect">
            <a:avLst/>
          </a:prstGeom>
          <a:solidFill>
            <a:srgbClr val="E8F1F8"/>
          </a:solidFill>
          <a:ln w="25400">
            <a:solidFill>
              <a:srgbClr val="D14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495C"/>
                </a:solidFill>
              </a:rPr>
              <a:t>WITHOUT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Developer writes code from scratch: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Design database: 4 hours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Write login code: 6 hours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Add security: 4 hours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Write tests: 4 hours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Fix bugs: 6 hours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Total: 24 hours (3 days!)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3200400"/>
          </a:xfrm>
          <a:prstGeom prst="roundRect">
            <a:avLst/>
          </a:prstGeom>
          <a:solidFill>
            <a:srgbClr val="E8F1F8"/>
          </a:solidFill>
          <a:ln w="2540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A3E"/>
                </a:solidFill>
              </a:rPr>
              <a:t>WITH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Developer uses AI: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Describe to AI: 10 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AI generates code: 5 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Review and test: 30 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AI fixes issues: 15 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Final testing: 30 min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Total: 90 minutes (1.5 hours!)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5090"/>
                </a:solidFill>
              </a:rPr>
              <a:t>Automated Documentation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B35"/>
                </a:solidFill>
              </a:rPr>
              <a:t>Never Write Docs Manually Again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5486400" cy="45720"/>
          </a:xfrm>
          <a:prstGeom prst="rect">
            <a:avLst/>
          </a:prstGeom>
          <a:solidFill>
            <a:srgbClr val="2E509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What is Documentation?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33856"/>
            <a:ext cx="8046720" cy="1335024"/>
          </a:xfrm>
          <a:prstGeom prst="rect">
            <a:avLst/>
          </a:prstGeom>
          <a:solidFill>
            <a:srgbClr val="E8F1F8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Documentation = Instructions and explanations about how code works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Examples: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Comments in code ("This function calculates the total price")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User manuals ("How to use this app")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API documentation ("How to connect to this service")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Why Documentation is Important: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📖 New team members understand code faster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🔍 Makes it easier to find bugs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💭 Helps you remember what you did months ago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👥 Users know how to use your software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⏰ Saves time instead of asking 'How does this work?'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How AI Generates Documentation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Step-by-Step Process: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50292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1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1. Read Your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59" y="1874520"/>
            <a:ext cx="5943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analyzes what your code does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1" y="2395728"/>
            <a:ext cx="8046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1" y="24414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2. Understand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59" y="2441448"/>
            <a:ext cx="5943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figures out the logic and purpose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8046720" cy="50292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1" y="3008376"/>
            <a:ext cx="19833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3. Generate Description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59" y="3008376"/>
            <a:ext cx="5943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writes explanations in plain English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8046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1" y="35753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4. Create Examples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59" y="3575304"/>
            <a:ext cx="5943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shows how to use each function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1" y="4096512"/>
            <a:ext cx="8046720" cy="50292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1" y="41422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5. Format It Nicely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59" y="4142232"/>
            <a:ext cx="5943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creates professional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290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E5090"/>
                </a:solidFill>
              </a:rPr>
              <a:t>Documentation Pipeline</a:t>
            </a:r>
          </a:p>
        </p:txBody>
      </p:sp>
      <p:sp>
        <p:nvSpPr>
          <p:cNvPr id="3" name="Text 1"/>
          <p:cNvSpPr/>
          <p:nvPr/>
        </p:nvSpPr>
        <p:spPr>
          <a:xfrm>
            <a:off x="362243" y="899101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automated-documentation loop wired into the development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05890" y="2023110"/>
            <a:ext cx="1222953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25830" y="1783080"/>
            <a:ext cx="480060" cy="4800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925830" y="178308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" y="2434590"/>
            <a:ext cx="1371600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2930" y="253746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2930" y="2835519"/>
            <a:ext cx="116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commits new or modified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03" y="2023110"/>
            <a:ext cx="1222953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28843" y="1783080"/>
            <a:ext cx="480060" cy="4800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843" y="178308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83073" y="2434590"/>
            <a:ext cx="1371600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5943" y="253746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5943" y="2880360"/>
            <a:ext cx="116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parses functions, types, and comments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11916" y="2023110"/>
            <a:ext cx="1222953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31856" y="1783080"/>
            <a:ext cx="480060" cy="4800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4331856" y="178308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86086" y="2434590"/>
            <a:ext cx="1371600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88956" y="253746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7518" y="2851345"/>
            <a:ext cx="116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or updates doc content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4928" y="2023110"/>
            <a:ext cx="1222953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4868" y="1783080"/>
            <a:ext cx="480060" cy="4800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6034868" y="178308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89098" y="2434590"/>
            <a:ext cx="1371600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91968" y="253746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91968" y="2871041"/>
            <a:ext cx="116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verifies accuracy and tone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37881" y="1783080"/>
            <a:ext cx="480060" cy="4800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9" name="Text 27"/>
          <p:cNvSpPr/>
          <p:nvPr/>
        </p:nvSpPr>
        <p:spPr>
          <a:xfrm>
            <a:off x="7737881" y="178308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92111" y="2434590"/>
            <a:ext cx="1371600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94981" y="253746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94981" y="2846070"/>
            <a:ext cx="116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merge alongside the code change</a:t>
            </a:r>
            <a:endParaRPr lang="en-US" sz="10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244C005C-351A-16AC-FC5F-4FD69D417232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Types of Documentation AI Can Create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80467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Comments in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Explains what each line does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931920" cy="80467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Function Descriptions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What does this function do and what does it return?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931920" cy="80467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73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API Documentation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How to connect and use this 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User Guides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Step-by-step instructions for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931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Troubleshooting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Common problems and how to fix them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31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73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Release Notes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What's new in each version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Real Example: AI Creating Documentation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ORIGINAL CODE: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01348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getTotal(items)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sum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for(let i=0; i&lt;items.length;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items[i].price;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sum;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A3E"/>
                </a:solidFill>
              </a:rPr>
              <a:t>AI GENERATED DOC: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getTotal(items)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Calculates the total price of all items in a list.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Parameters: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  items - Array of objects with price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Returns: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  sum - Total price as number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let items = [{price:10}, {price:20}];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getTotal(items); // Returns 30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Benefits of Automated Documentation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43891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⚡ Instant documentation (takes minutes, not days)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📖 Always up-to-date (docs update when code changes)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43891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🎯 Consistent style (same format everywhere)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046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📝 No more forgotten docs (automated so nothing is missed)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046720" cy="438912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🕐 Developers spend time on actual coding, not writing docs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46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✅ Better quality (AI creates clear, structured documentation)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Best Practices: How to Use AI Safely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ALWAYS review AI code — don't blindly copy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Test everything thoroughly before using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Use AI as a helper, not a replacement for thinking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Be specific with your instructions to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Keep security in mind (watch for unsafe patterns)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Combine AI suggestions with your own expertise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Train your team on how to use AI tools effectively</a:t>
            </a:r>
            <a:endParaRPr lang="en-US" sz="12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6E3BF711-9DD6-2DEB-97E7-8C32D99956EA}"/>
              </a:ext>
            </a:extLst>
          </p:cNvPr>
          <p:cNvSpPr/>
          <p:nvPr/>
        </p:nvSpPr>
        <p:spPr>
          <a:xfrm>
            <a:off x="609600" y="10210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541" y="30861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E5090"/>
                </a:solidFill>
              </a:rPr>
              <a:t>Best Practices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78867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bringing LLMs into your development workflow responsibly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298180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1510" y="1525905"/>
            <a:ext cx="480060" cy="4800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42491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7310" y="147447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output as a first draft</a:t>
            </a:r>
            <a:endParaRPr lang="en-US" sz="1163" dirty="0"/>
          </a:p>
        </p:txBody>
      </p:sp>
      <p:sp>
        <p:nvSpPr>
          <p:cNvPr id="8" name="Text 5"/>
          <p:cNvSpPr/>
          <p:nvPr/>
        </p:nvSpPr>
        <p:spPr>
          <a:xfrm>
            <a:off x="1337310" y="174879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review, test, and understand generated code before merging it.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2263140"/>
            <a:ext cx="8298180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510" y="2417445"/>
            <a:ext cx="480060" cy="4800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pp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534031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37310" y="236601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the loop</a:t>
            </a:r>
            <a:endParaRPr lang="en-US" sz="1163" dirty="0"/>
          </a:p>
        </p:txBody>
      </p:sp>
      <p:sp>
        <p:nvSpPr>
          <p:cNvPr id="13" name="Text 9"/>
          <p:cNvSpPr/>
          <p:nvPr/>
        </p:nvSpPr>
        <p:spPr>
          <a:xfrm>
            <a:off x="1337310" y="264033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accelerate, not replace, design decisions and code review.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11480" y="3154680"/>
            <a:ext cx="8298180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510" y="3308985"/>
            <a:ext cx="480060" cy="4800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ppt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25571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37310" y="325755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specific prompts</a:t>
            </a:r>
            <a:endParaRPr lang="en-US" sz="1163" dirty="0"/>
          </a:p>
        </p:txBody>
      </p:sp>
      <p:sp>
        <p:nvSpPr>
          <p:cNvPr id="18" name="Text 13"/>
          <p:cNvSpPr/>
          <p:nvPr/>
        </p:nvSpPr>
        <p:spPr>
          <a:xfrm>
            <a:off x="1337310" y="353187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context and constraints produce more usable first drafts.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11480" y="4046220"/>
            <a:ext cx="8298180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510" y="4200525"/>
            <a:ext cx="480060" cy="4800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ppt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317111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37310" y="414909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matters</a:t>
            </a:r>
            <a:endParaRPr lang="en-US" sz="1163" dirty="0"/>
          </a:p>
        </p:txBody>
      </p:sp>
      <p:sp>
        <p:nvSpPr>
          <p:cNvPr id="23" name="Text 17"/>
          <p:cNvSpPr/>
          <p:nvPr/>
        </p:nvSpPr>
        <p:spPr>
          <a:xfrm>
            <a:off x="1337310" y="442341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review time and defect rates, not just lines of code generated.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457971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B4ED4F5D-0E6C-E889-2F88-AE188ED8470E}"/>
              </a:ext>
            </a:extLst>
          </p:cNvPr>
          <p:cNvSpPr/>
          <p:nvPr/>
        </p:nvSpPr>
        <p:spPr>
          <a:xfrm>
            <a:off x="399821" y="1077849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Watch Out For These Issues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65836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 AI Makes Mistakes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50876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Sometimes AI generates code that looks right but is wrong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8046720" cy="65836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Security Problems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24028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might create unsafe code that hackers can exploit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65836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Don't Understand Why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9718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code might work but you might not understand HOW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658368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D14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95C"/>
                </a:solidFill>
              </a:rPr>
              <a:t>Privacy Concerns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7033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Be careful what information you share with AI tools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Real Stories: How AI Helped Companies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STORY 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Online Store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Challenge: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Very old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No documentation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Team didn't understand 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With AI: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Wrote docs automatically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Found 8 bugs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Made 2x faster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Result: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⚡ Saved 8 weeks of work!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E8F1F8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STORY 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Money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Challenge: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Convert old system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20 developers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• Complex work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With AI: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Generated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Zero problems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✓ Faster than expected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Result: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✅ Finished 4 months early!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The Future of Software Development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 AI will do most repetitive coding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will design entire systems automatically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8046720" cy="45720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946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AI will catch all bugs before users see them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981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Documentation will update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8046720" cy="45720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301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 Developers will focus on big ideas and problems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Code quality will be much better and faster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290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E5090"/>
                </a:solidFill>
              </a:rPr>
              <a:t>Benefits &amp; Challenges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78867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development is powerful — and requires guardrails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68730"/>
            <a:ext cx="4011930" cy="3223260"/>
          </a:xfrm>
          <a:prstGeom prst="roundRect">
            <a:avLst>
              <a:gd name="adj" fmla="val 2128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6" name="Image 0" descr="/home/claude/ppt/icons/thumb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6047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015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125980"/>
            <a:ext cx="3497580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Faster iteration from idea to working prototype</a:t>
            </a:r>
            <a:endParaRPr lang="en-US" sz="1400" dirty="0"/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Documentation stays current with less manual effort</a:t>
            </a:r>
            <a:endParaRPr lang="en-US" sz="1400" dirty="0"/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Frees engineers to focus on judgment-heavy design work</a:t>
            </a:r>
            <a:endParaRPr lang="en-US" sz="1400" dirty="0"/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Lowers the barrier for non-experts to contribute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97730" y="1268730"/>
            <a:ext cx="4011930" cy="3223260"/>
          </a:xfrm>
          <a:prstGeom prst="roundRect">
            <a:avLst>
              <a:gd name="adj" fmla="val 2128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4972050" y="15087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ppt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062" y="16047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72050" y="2125980"/>
            <a:ext cx="3669030" cy="236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Generated code can look correct while containing subtle bugs</a:t>
            </a:r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Over-reliance risks eroding fundamental engineering skills</a:t>
            </a:r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Sensitive code or data requires careful tool selection</a:t>
            </a:r>
          </a:p>
          <a:p>
            <a:pPr marL="257175" indent="-257175" algn="just">
              <a:spcAft>
                <a:spcPts val="900"/>
              </a:spcAft>
              <a:buSzPct val="100000"/>
              <a:buChar char="✦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Docs and code can silently drift without a review step</a:t>
            </a:r>
          </a:p>
        </p:txBody>
      </p:sp>
      <p:sp>
        <p:nvSpPr>
          <p:cNvPr id="15" name="Text 11"/>
          <p:cNvSpPr/>
          <p:nvPr/>
        </p:nvSpPr>
        <p:spPr>
          <a:xfrm>
            <a:off x="8457971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2EAE2009-A56B-F472-CD65-2EA08D757CAF}"/>
              </a:ext>
            </a:extLst>
          </p:cNvPr>
          <p:cNvSpPr/>
          <p:nvPr/>
        </p:nvSpPr>
        <p:spPr>
          <a:xfrm>
            <a:off x="411480" y="1078992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1865</Words>
  <Application>Microsoft Office PowerPoint</Application>
  <PresentationFormat>On-screen Show (16:9)</PresentationFormat>
  <Paragraphs>350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Sachin Sahare</cp:lastModifiedBy>
  <cp:revision>6</cp:revision>
  <dcterms:created xsi:type="dcterms:W3CDTF">2026-07-21T03:41:33Z</dcterms:created>
  <dcterms:modified xsi:type="dcterms:W3CDTF">2026-07-27T09:10:53Z</dcterms:modified>
</cp:coreProperties>
</file>